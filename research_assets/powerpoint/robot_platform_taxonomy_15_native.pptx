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ae766893fd4e83" /><Relationship Type="http://schemas.openxmlformats.org/officeDocument/2006/relationships/extended-properties" Target="/docProps/app.xml" Id="R01efae39b1024905" /><Relationship Type="http://schemas.openxmlformats.org/officeDocument/2006/relationships/officeDocument" Target="/ppt/presentation.xml" Id="Rc9c74eac6fbc42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28184e68a94d82"/>
  </p:sldMasterIdLst>
  <p:notesMasterIdLst>
    <p:notesMasterId xmlns:r="http://schemas.openxmlformats.org/officeDocument/2006/relationships" r:id="R494301051acd43a7"/>
  </p:notesMasterIdLst>
  <p:sldIdLst>
    <p:sldId xmlns:r="http://schemas.openxmlformats.org/officeDocument/2006/relationships" id="256" r:id="R6c94f7b647f8487e"/>
  </p:sldIdLst>
  <p:sldSz cx="10110614" cy="6403389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68adc6ac094189" /><Relationship Type="http://schemas.openxmlformats.org/officeDocument/2006/relationships/slideMaster" Target="/ppt/slideMasters/slideMaster1.xml" Id="Rc028184e68a94d82" /><Relationship Type="http://schemas.openxmlformats.org/officeDocument/2006/relationships/notesMaster" Target="/ppt/notesMasters/notesMaster1.xml" Id="R494301051acd43a7" /><Relationship Type="http://schemas.openxmlformats.org/officeDocument/2006/relationships/presProps" Target="/ppt/presProps.xml" Id="Rd9980c0433824796" /><Relationship Type="http://schemas.openxmlformats.org/officeDocument/2006/relationships/tableStyles" Target="/ppt/tableStyles.xml" Id="R5ee89e6ddb814ce6" /><Relationship Type="http://schemas.openxmlformats.org/officeDocument/2006/relationships/slide" Target="/ppt/slides/slide1.xml" Id="R6c94f7b647f8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1e574ec50a44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7f004fefa4bdc" /><Relationship Type="http://schemas.openxmlformats.org/officeDocument/2006/relationships/notesMaster" Target="/ppt/notesMasters/notesMaster1.xml" Id="R3b7efd09d7824a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PowerPoint-native poster asset. The typography, cards, labels, dividers and legend remain editable. Each robot is a separate high-resolution transparent MuJoCo render. Physical slide size: 280.85 × 177.87 mm, approximately one tenth of A1 area. Images are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696b9e72348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9238f1293b420d" /><Relationship Type="http://schemas.openxmlformats.org/officeDocument/2006/relationships/slideLayout" Target="/ppt/slideLayouts/slideLayout1.xml" Id="R2fd49759f4a840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d49759f4a840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b09050aee4a8b" /><Relationship Type="http://schemas.openxmlformats.org/officeDocument/2006/relationships/image" Target="/ppt/media/image.png" Id="R7ff063a792434982" /><Relationship Type="http://schemas.openxmlformats.org/officeDocument/2006/relationships/image" Target="/ppt/media/image2.png" Id="Rd76af5442d8d440b" /><Relationship Type="http://schemas.openxmlformats.org/officeDocument/2006/relationships/image" Target="/ppt/media/image3.png" Id="Rda86c0dd17f546e7" /><Relationship Type="http://schemas.openxmlformats.org/officeDocument/2006/relationships/image" Target="/ppt/media/image4.png" Id="R23aa3dc5f1ac42a3" /><Relationship Type="http://schemas.openxmlformats.org/officeDocument/2006/relationships/image" Target="/ppt/media/image5.png" Id="R44b59dd0ada1486b" /><Relationship Type="http://schemas.openxmlformats.org/officeDocument/2006/relationships/image" Target="/ppt/media/image6.png" Id="Rfe787eb5cc02484e" /><Relationship Type="http://schemas.openxmlformats.org/officeDocument/2006/relationships/image" Target="/ppt/media/image7.png" Id="R5acf0be61fa1457d" /><Relationship Type="http://schemas.openxmlformats.org/officeDocument/2006/relationships/image" Target="/ppt/media/image8.png" Id="R68bad19791854f72" /><Relationship Type="http://schemas.openxmlformats.org/officeDocument/2006/relationships/image" Target="/ppt/media/image9.png" Id="R930f8561e53c4649" /><Relationship Type="http://schemas.openxmlformats.org/officeDocument/2006/relationships/image" Target="/ppt/media/image10.png" Id="Rfbdd244d77ac4907" /><Relationship Type="http://schemas.openxmlformats.org/officeDocument/2006/relationships/image" Target="/ppt/media/image11.png" Id="R56980ae7a0424154" /><Relationship Type="http://schemas.openxmlformats.org/officeDocument/2006/relationships/image" Target="/ppt/media/image12.png" Id="Rd19ed489808a47c0" /><Relationship Type="http://schemas.openxmlformats.org/officeDocument/2006/relationships/image" Target="/ppt/media/image13.png" Id="R9875d49d0e2242c0" /><Relationship Type="http://schemas.openxmlformats.org/officeDocument/2006/relationships/image" Target="/ppt/media/image14.png" Id="R0f8012ddfbdd4ef9" /><Relationship Type="http://schemas.openxmlformats.org/officeDocument/2006/relationships/image" Target="/ppt/media/image15.png" Id="Ra22ce09139104ade" /><Relationship Type="http://schemas.openxmlformats.org/officeDocument/2006/relationships/notesSlide" Target="/ppt/notesSlides/notesSlide1.xml" Id="Re58dd8c6c5fa49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46F9AE5-1E99-4AB7-BE6C-D6F1983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59" y="158400"/>
            <a:ext cx="3134290" cy="114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31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31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AUTOADAPTER 2.0  /  MORPHOLOGY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67035-D1FE-4498-B919-81C1A43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78" y="279727"/>
            <a:ext cx="5291222" cy="276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51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1751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Robot Platform Taxonomy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88276-3BC2-476F-A914-0CA24C61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059" y="556084"/>
            <a:ext cx="4044246" cy="168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3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823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15 robots across 7 embodiment types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E0F5A-0772-4546-A48D-41D5D364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959" y="212323"/>
            <a:ext cx="242655" cy="229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4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1274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BA144-B8E4-4B50-9BCD-947748D9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835" y="283097"/>
            <a:ext cx="438127" cy="128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1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451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ROBOTS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B7D58-B10B-43BF-8553-0AA927E7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515" y="212323"/>
            <a:ext cx="168510" cy="229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4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1274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16279-A311-410E-B476-9DC36F15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544" y="283097"/>
            <a:ext cx="404425" cy="128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1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451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3AAD7-4824-4B1D-91C0-18E7EE11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18" y="842551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A41C8-078A-4359-ADCA-3668B050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50" y="856032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751E8-3656-4852-97FE-D8B79548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23" y="923436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C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FIXED ARM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F87C1-9C91-41BD-A555-C04EF21D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70" y="2005272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063a792434982"/>
          <a:stretch xmlns:a="http://schemas.openxmlformats.org/drawingml/2006/main"/>
        </p:blipFill>
        <p:spPr>
          <a:xfrm xmlns:a="http://schemas.openxmlformats.org/drawingml/2006/main">
            <a:off x="475367" y="1069064"/>
            <a:ext cx="1485957" cy="99279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C5BED-3F74-4ED1-B8C7-9AAD9F56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4" y="2106378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803E2-3551-4B72-AC86-B674FFCD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4" y="2180523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SO-101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0BE88-08B2-4270-8662-920DD5A4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965" y="842551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3722C-AAA4-40D5-8D7B-0E29876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297" y="856032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6BA14-7475-4BFA-AF3B-F88EB6C0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369" y="923436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C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FIXED ARM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BD9E1-9329-4CFA-9510-6B8E0F93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917" y="2005272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5442d8d440b"/>
          <a:stretch xmlns:a="http://schemas.openxmlformats.org/drawingml/2006/main"/>
        </p:blipFill>
        <p:spPr>
          <a:xfrm xmlns:a="http://schemas.openxmlformats.org/drawingml/2006/main">
            <a:off x="2570301" y="1068355"/>
            <a:ext cx="1131315" cy="99421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93E4A-C632-400B-8DFF-E92A0697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590" y="2106378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72147-FE97-40BC-840B-D40B3665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590" y="2180523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AgileX PiPER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5D545B-0E57-47C7-B93A-A7C4250E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1" y="842551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A367B-B06F-480B-A388-03CB05AD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943" y="856032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32D24E-ABF6-4438-932B-1D8B326C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016" y="923436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C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FIXED ARM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B874BA-501B-4D2E-97C1-1C9AF798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563" y="2005272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6c0dd17f546e7"/>
          <a:stretch xmlns:a="http://schemas.openxmlformats.org/drawingml/2006/main"/>
        </p:blipFill>
        <p:spPr>
          <a:xfrm xmlns:a="http://schemas.openxmlformats.org/drawingml/2006/main">
            <a:off x="4724003" y="1068355"/>
            <a:ext cx="659205" cy="99421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C3438-A005-401A-B989-4090B058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37" y="2106378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D8BB7E-C692-4546-95FF-9ED223F0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37" y="2180523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UR5e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1373F-CCD3-493C-8C75-5B0BFFA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258" y="842551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36D86-5930-44A0-A20A-26ABAA26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590" y="856032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9593D-5ACE-445B-9A33-C86FD303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662" y="923436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C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FIXED ARM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9A1358-A777-4410-A418-8ABA28FB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210" y="2005272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a3dc5f1ac42a3"/>
          <a:stretch xmlns:a="http://schemas.openxmlformats.org/drawingml/2006/main"/>
        </p:blipFill>
        <p:spPr>
          <a:xfrm xmlns:a="http://schemas.openxmlformats.org/drawingml/2006/main">
            <a:off x="6529998" y="1068355"/>
            <a:ext cx="882542" cy="99421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1D71C2-EEDB-4BF7-9EC6-6154C810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883" y="2106378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37329A-3AFE-4631-B875-385C829E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883" y="2180523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Franka Panda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CB4AA1-A9DD-449F-97EF-1043D09C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905" y="842551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6FDCD4-5269-46C8-B364-CF9189B9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236" y="856032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039D18-B0F1-4570-A7BD-A6B88AD9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309" y="923436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C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FIXED ARM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84EC80-3A75-4067-B443-3FB94069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856" y="2005272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59dd0ada1486b"/>
          <a:stretch xmlns:a="http://schemas.openxmlformats.org/drawingml/2006/main"/>
        </p:blipFill>
        <p:spPr>
          <a:xfrm xmlns:a="http://schemas.openxmlformats.org/drawingml/2006/main">
            <a:off x="8404436" y="1068355"/>
            <a:ext cx="968958" cy="99421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221340-F14E-45C1-8021-E65A25E5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530" y="2106378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2AF4F0-5253-4AA2-8266-89B875B8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530" y="2143450"/>
            <a:ext cx="1654771" cy="252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7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17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KUKA</a:t>
            </a:r>
          </a:p>
          <a:p xmlns:a="http://schemas.openxmlformats.org/drawingml/2006/main">
            <a:pPr algn="ctr">
              <a:defRPr sz="717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17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LBR iiwa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3319B5-FFEA-4F62-83C2-C59DC6B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18" y="2520913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D5C14E-3096-4C49-87A9-EEE8484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50" y="2534394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22841E-5C52-4FB8-8410-AE0959F7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23" y="2601798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C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FIXED ARM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CBF52C-71B0-49B0-8F11-E1E0572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70" y="3683634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87eb5cc02484e"/>
          <a:stretch xmlns:a="http://schemas.openxmlformats.org/drawingml/2006/main"/>
        </p:blipFill>
        <p:spPr>
          <a:xfrm xmlns:a="http://schemas.openxmlformats.org/drawingml/2006/main">
            <a:off x="894850" y="2746717"/>
            <a:ext cx="646957" cy="99421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8CB027-E54C-4C85-9DC5-9EE0708D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4" y="3784740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DE4F1-F729-4470-8668-783CE37A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4" y="3858885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Kinova Gen3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CAC3EA-80BA-464B-8754-8AF3E42D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965" y="2520913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44F73D-004B-4733-82D4-A496E033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297" y="2534394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F25C31-FBCC-4696-AA77-B58CCD1B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369" y="2601798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C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2864D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2864DC"/>
                </a:solidFill>
                <a:latin typeface="Arial"/>
                <a:ea typeface="Arial"/>
                <a:cs typeface="Arial"/>
              </a:rPr>
              <a:t>FIXED ARM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60A201-71D1-4C62-97BF-E9AE683C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917" y="3683634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f0be61fa1457d"/>
          <a:stretch xmlns:a="http://schemas.openxmlformats.org/drawingml/2006/main"/>
        </p:blipFill>
        <p:spPr>
          <a:xfrm xmlns:a="http://schemas.openxmlformats.org/drawingml/2006/main">
            <a:off x="2766389" y="2746717"/>
            <a:ext cx="739174" cy="99421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7AAFDC-D239-4CF0-A27C-8CA16F8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590" y="3784740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756FFA-8135-4685-ACEA-063ACACB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590" y="3858885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UFACTORY xArm7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A06B7E4-3A9E-4E6B-8250-C7DDED9D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1" y="2520913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A1EC7F-2579-43BF-827A-C916BB2B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943" y="2534394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76C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BF8D69-DAA4-43B7-9337-DEDCD8A9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016" y="2601798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1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00876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00876C"/>
                </a:solidFill>
                <a:latin typeface="Arial"/>
                <a:ea typeface="Arial"/>
                <a:cs typeface="Arial"/>
              </a:rPr>
              <a:t>QUADRUPED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3E5532F-7345-4BB0-8E5A-45D4A42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563" y="3683634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ad19791854f72"/>
          <a:stretch xmlns:a="http://schemas.openxmlformats.org/drawingml/2006/main"/>
        </p:blipFill>
        <p:spPr>
          <a:xfrm xmlns:a="http://schemas.openxmlformats.org/drawingml/2006/main">
            <a:off x="4485372" y="2746927"/>
            <a:ext cx="1136467" cy="993790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BC2F9C-427E-477F-9646-11DEDA2A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37" y="3784740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009058-B4B8-4D44-A53D-91160EEA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37" y="3858885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Unitree Go2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866C1E8-5864-44CA-A8D3-C944DD30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258" y="2520913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C1BF7D-B9AC-421C-AEDF-EBCD3CFC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590" y="2534394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76C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A7D82B-290D-4A21-B987-7193A14B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662" y="2601798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1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00876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00876C"/>
                </a:solidFill>
                <a:latin typeface="Arial"/>
                <a:ea typeface="Arial"/>
                <a:cs typeface="Arial"/>
              </a:rPr>
              <a:t>QUADRUPED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86BD8F-3436-4CCA-B9E2-053B18B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210" y="3683634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f8561e53c4649"/>
          <a:stretch xmlns:a="http://schemas.openxmlformats.org/drawingml/2006/main"/>
        </p:blipFill>
        <p:spPr>
          <a:xfrm xmlns:a="http://schemas.openxmlformats.org/drawingml/2006/main">
            <a:off x="6327088" y="2747149"/>
            <a:ext cx="1288362" cy="993346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397B4B-DB0C-45FA-A210-C78C4D6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883" y="3784740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A970CF-C8C2-46BB-AD72-F86915CA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883" y="3858885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Unitree A1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42CD4F-4AC6-4446-9630-224C3FE0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905" y="2520913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D67F820-3C62-4596-AF80-BA0CE0A6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236" y="2534394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76C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40FC999-60A7-467A-BAB8-391E2730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309" y="2601798"/>
            <a:ext cx="473851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1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00876C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00876C"/>
                </a:solidFill>
                <a:latin typeface="Arial"/>
                <a:ea typeface="Arial"/>
                <a:cs typeface="Arial"/>
              </a:rPr>
              <a:t>QUADRUPED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7B711F-C182-4799-89C2-3393F1C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856" y="3683634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d244d77ac4907"/>
          <a:stretch xmlns:a="http://schemas.openxmlformats.org/drawingml/2006/main"/>
        </p:blipFill>
        <p:spPr>
          <a:xfrm xmlns:a="http://schemas.openxmlformats.org/drawingml/2006/main">
            <a:off x="8398664" y="2746717"/>
            <a:ext cx="980502" cy="99421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5DA322-7306-4BFE-9109-FFB81C4A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530" y="3784740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4FEDB6-D9F1-4A99-B1E6-C4C50660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530" y="3858885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ANYmal-C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E52B2D-E00E-41CF-A615-3FCE902E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18" y="4199275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BC4FA7-9546-4B2A-9AEA-29024250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50" y="4212756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A3DB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A2B7F8-00DA-4C1B-ACEA-F7B89C8D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23" y="4280160"/>
            <a:ext cx="348479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4F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38A3DB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38A3DB"/>
                </a:solidFill>
                <a:latin typeface="Arial"/>
                <a:ea typeface="Arial"/>
                <a:cs typeface="Arial"/>
              </a:rPr>
              <a:t>AERIAL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C7EE68-BEFD-4DA7-9E46-299D14DE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70" y="5361996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80ae7a0424154"/>
          <a:stretch xmlns:a="http://schemas.openxmlformats.org/drawingml/2006/main"/>
        </p:blipFill>
        <p:spPr>
          <a:xfrm xmlns:a="http://schemas.openxmlformats.org/drawingml/2006/main">
            <a:off x="401054" y="4627041"/>
            <a:ext cx="1634549" cy="590287"/>
          </a:xfrm>
          <a:prstGeom xmlns:a="http://schemas.openxmlformats.org/drawingml/2006/main" prst="rect">
            <a:avLst/>
          </a:prstGeom>
        </p:spPr>
      </p:pic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907383B-07CE-488C-8954-B486DA0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4" y="5463102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F9085D-B792-4E27-9ACE-4B9C4A6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44" y="5537246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Skydio X2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23C0CF-F594-4E14-BBED-3BABEB14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0965" y="4199275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5D4F98-C92E-4371-BB7D-C67BA57E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297" y="4212756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3F3CFD-50B0-485A-93AE-9C7F7FA7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369" y="4280160"/>
            <a:ext cx="432060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EC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HUMANOID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6C8C406-D785-47CC-855C-7A1B2F80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917" y="5361996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2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ed489808a47c0"/>
          <a:stretch xmlns:a="http://schemas.openxmlformats.org/drawingml/2006/main"/>
        </p:blipFill>
        <p:spPr>
          <a:xfrm xmlns:a="http://schemas.openxmlformats.org/drawingml/2006/main">
            <a:off x="2960204" y="4425079"/>
            <a:ext cx="351576" cy="994210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8A6044-4CD1-4E67-A7F2-EBC2F606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590" y="5463102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0E636CC-5018-4C7F-BB65-49298EED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590" y="5537246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Unitree H1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07419CC-E6E9-4789-B509-DF198FA5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1" y="4199275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0A9DF5A-6598-4A5D-AF87-E296C986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943" y="4212756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63CE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EE398B9-8F83-4532-B2E8-6164DAC3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016" y="4280160"/>
            <a:ext cx="264898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CF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8E63CE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8E63CE"/>
                </a:solidFill>
                <a:latin typeface="Arial"/>
                <a:ea typeface="Arial"/>
                <a:cs typeface="Arial"/>
              </a:rPr>
              <a:t>HAND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8CA4D7C-0A09-47D4-A906-63BDAC06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563" y="5361996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5d49d0e2242c0"/>
          <a:stretch xmlns:a="http://schemas.openxmlformats.org/drawingml/2006/main"/>
        </p:blipFill>
        <p:spPr>
          <a:xfrm xmlns:a="http://schemas.openxmlformats.org/drawingml/2006/main">
            <a:off x="4236347" y="4652906"/>
            <a:ext cx="1634549" cy="538524"/>
          </a:xfrm>
          <a:prstGeom xmlns:a="http://schemas.openxmlformats.org/drawingml/2006/main" prst="rect">
            <a:avLst/>
          </a:prstGeom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C3D55DA-7CFA-4284-B273-C5F72D9D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37" y="5463102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09AE05-11BF-4E06-80DA-3DE0EC7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237" y="5537246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LEAP Hand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EE295B-01E0-4B90-BEBE-FB18D27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6258" y="4199275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7299722-36FA-4076-80F8-AE911764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590" y="4212756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8A00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82C30C2-E18B-453E-8DFA-3F115F13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662" y="4280160"/>
            <a:ext cx="348479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F1E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C88A00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C88A00"/>
                </a:solidFill>
                <a:latin typeface="Arial"/>
                <a:ea typeface="Arial"/>
                <a:cs typeface="Arial"/>
              </a:rPr>
              <a:t>MOBILE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6A77BD7-6A9F-46EF-A747-F532B6F1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210" y="5361996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012ddfbdd4ef9"/>
          <a:stretch xmlns:a="http://schemas.openxmlformats.org/drawingml/2006/main"/>
        </p:blipFill>
        <p:spPr>
          <a:xfrm xmlns:a="http://schemas.openxmlformats.org/drawingml/2006/main">
            <a:off x="6816390" y="4425079"/>
            <a:ext cx="309790" cy="994210"/>
          </a:xfrm>
          <a:prstGeom xmlns:a="http://schemas.openxmlformats.org/drawingml/2006/main" prst="rect">
            <a:avLst/>
          </a:prstGeom>
        </p:spPr>
      </p:pic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544962E-CC17-4D38-B303-AF9A5546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883" y="5463102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515DB9D-1981-41AC-8018-0A45843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883" y="5500174"/>
            <a:ext cx="1654771" cy="252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7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17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Hello Robot</a:t>
            </a:r>
          </a:p>
          <a:p xmlns:a="http://schemas.openxmlformats.org/drawingml/2006/main">
            <a:pPr algn="ctr">
              <a:defRPr sz="717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17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Stretch 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C245175-8DEC-44C6-828F-B6F47454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905" y="4199275"/>
            <a:ext cx="1830021" cy="1583996"/>
          </a:xfrm>
          <a:prstGeom xmlns:a="http://schemas.openxmlformats.org/drawingml/2006/main" prst="roundRect">
            <a:avLst>
              <a:gd name="adj" fmla="val 383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6740">
            <a:solidFill>
              <a:srgbClr val="CCD9E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F71F5D-6E09-44C9-B732-E532AE28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4236" y="4212756"/>
            <a:ext cx="1769358" cy="337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3B71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9861656-2727-4ED4-973D-B1CED24F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309" y="4280160"/>
            <a:ext cx="432060" cy="11121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7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04" b="1">
                <a:solidFill>
                  <a:srgbClr val="C23B71"/>
                </a:solidFill>
                <a:latin typeface="Arial"/>
                <a:ea typeface="Arial"/>
                <a:cs typeface="Arial"/>
              </a:defRPr>
            </a:pPr>
            <a:r>
              <a:rPr sz="504" b="1">
                <a:solidFill>
                  <a:srgbClr val="C23B71"/>
                </a:solidFill>
                <a:latin typeface="Arial"/>
                <a:ea typeface="Arial"/>
                <a:cs typeface="Arial"/>
              </a:rPr>
              <a:t>BIMANUAL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1D68F82-5063-4FB0-BFF6-517E2602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856" y="5361996"/>
            <a:ext cx="620118" cy="8088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DFE8"/>
          </a:solidFill>
          <a:ln xmlns:a="http://schemas.openxmlformats.org/drawingml/2006/main" w="0">
            <a:noFill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ce09139104ade"/>
          <a:stretch xmlns:a="http://schemas.openxmlformats.org/drawingml/2006/main"/>
        </p:blipFill>
        <p:spPr>
          <a:xfrm xmlns:a="http://schemas.openxmlformats.org/drawingml/2006/main">
            <a:off x="8072786" y="4426001"/>
            <a:ext cx="1632258" cy="992365"/>
          </a:xfrm>
          <a:prstGeom xmlns:a="http://schemas.openxmlformats.org/drawingml/2006/main" prst="rect">
            <a:avLst/>
          </a:prstGeom>
        </p:spPr>
      </p:pic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D9C4A1-5F38-47FA-BCAC-514D89B7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530" y="5463102"/>
            <a:ext cx="1654771" cy="67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5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24B1586-3BF6-4A5A-89AD-CFCDC1A5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1530" y="5537246"/>
            <a:ext cx="1654771" cy="208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6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796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ALOHA 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D439D5D-180F-447A-8899-7F9FC523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04" y="5983799"/>
            <a:ext cx="57293" cy="5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64DC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965C1C-251A-4F9C-AB06-E9B399B6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84" y="5945041"/>
            <a:ext cx="1179572" cy="13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8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478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Fixed serial arms (7)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C9039EA-6A4D-4880-9164-5F965CD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859" y="5983799"/>
            <a:ext cx="57293" cy="5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76C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C99E015-FD4C-4A11-94A5-46AFF43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540" y="5945041"/>
            <a:ext cx="1179572" cy="13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8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478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Quadrupeds (3)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390FB89-2C86-464D-9474-106C3863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0378" y="5983799"/>
            <a:ext cx="57293" cy="5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A3DB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E62A2D6-8F2B-44CD-9B16-F4ACC112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058" y="5945041"/>
            <a:ext cx="1179572" cy="13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8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478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Aerial quadrotor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AB346C7-C28E-4AB2-B3D2-AB25C907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233" y="5983799"/>
            <a:ext cx="57293" cy="5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CFAE6CD-448A-42E9-A472-EF2757A8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914" y="5945041"/>
            <a:ext cx="1179572" cy="13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8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478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Humanoid biped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B167D1B-87D4-430A-B95E-CAAA600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752" y="5983799"/>
            <a:ext cx="57293" cy="5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45A16EF-5310-4C78-994F-35705A16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432" y="5945041"/>
            <a:ext cx="1179572" cy="13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8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478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Dexterous hand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C9FD93D-46DE-4D91-81A2-1331A042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607" y="5983799"/>
            <a:ext cx="57293" cy="5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A00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47C4DA2-1FDF-4C4D-BBFD-E1945FCC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288" y="5945041"/>
            <a:ext cx="1179572" cy="13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8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478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Mobile manipulator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4F67F50-0FE1-44A1-B512-760A86A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1126" y="5983799"/>
            <a:ext cx="57293" cy="57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3B71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D680AEC-C4F2-4F10-84B4-3493679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806" y="5945041"/>
            <a:ext cx="1179572" cy="13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78" b="1">
                <a:solidFill>
                  <a:srgbClr val="142B60"/>
                </a:solidFill>
                <a:latin typeface="Arial"/>
                <a:ea typeface="Arial"/>
                <a:cs typeface="Arial"/>
              </a:defRPr>
            </a:pPr>
            <a:r>
              <a:rPr sz="478" b="1">
                <a:solidFill>
                  <a:srgbClr val="142B60"/>
                </a:solidFill>
                <a:latin typeface="Arial"/>
                <a:ea typeface="Arial"/>
                <a:cs typeface="Arial"/>
              </a:rPr>
              <a:t>Bimanual manipulator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D9C3B98-E1A6-4D1E-BE4F-AAEA552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18" y="6184326"/>
            <a:ext cx="3134290" cy="141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1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451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MuJoCo model renders  ·  Images not to scale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01939DA-01C9-486C-9239-6A642F19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303" y="6184326"/>
            <a:ext cx="3167993" cy="141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451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451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Native PowerPoint layout  ·  281 × 178 mm</a:t>
            </a:r>
          </a:p>
        </p:txBody>
      </p:sp>
    </p:spTree>
    <p:extLst>
      <p:ext uri="{BB962C8B-B14F-4D97-AF65-F5344CB8AC3E}">
        <p14:creationId xmlns:p14="http://schemas.microsoft.com/office/powerpoint/2010/main" val="1519237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2026-09-05T17:17:38.2330000Z</dcterms:created>
  <dcterms:modified xsi:type="dcterms:W3CDTF">2026-09-05T17:17:38.2330000Z</dcterms:modified>
</coreProperties>
</file>